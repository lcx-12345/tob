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object Objec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Sample Presentation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75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This is a sample PowerPoint presentation created using PptxGenJS.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Easy to use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Customizable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Professional quality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9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Thank you for viewing this sample presentation!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2026-04-10T07:52:45Z</dcterms:created>
  <dcterms:modified xsi:type="dcterms:W3CDTF">2026-04-10T07:52:45Z</dcterms:modified>
</cp:coreProperties>
</file>